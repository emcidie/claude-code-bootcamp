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07A3A"/>
                </a:solidFill>
                <a:latin typeface="Calibri"/>
              </a:defRPr>
            </a:pPr>
            <a:r>
              <a:t>JAPAN CMT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Introduction 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7A3A"/>
                </a:solidFill>
                <a:latin typeface="Calibri"/>
              </a:defRPr>
            </a:pPr>
            <a:r>
              <a:t>AI That Works With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Calibri"/>
              </a:defRPr>
            </a:pPr>
            <a:r>
              <a:t>Claude Code Bootcamp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20-Minute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AI is software that learned from billions of texts — books, websites, code —</a:t>
            </a:r>
            <a:br/>
            <a:r>
              <a:t>so it can understand your questions and generate helpful responses.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A3A"/>
                </a:solidFill>
                <a:latin typeface="Calibri"/>
              </a:defRPr>
            </a:pPr>
            <a:r>
              <a:t>Think of it like...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 colleague who has read every programming textbook, every Stack Overflow answer, and every tutorial ever written.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29184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A3A"/>
                </a:solidFill>
                <a:latin typeface="Calibri"/>
              </a:defRPr>
            </a:pPr>
            <a:r>
              <a:t>What it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Write code, explain concepts, debug errors, create files, answer questions — all in plain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560320"/>
            <a:ext cx="329184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A3A"/>
                </a:solidFill>
                <a:latin typeface="Calibri"/>
              </a:defRPr>
            </a:pPr>
            <a:r>
              <a:t>What it cannot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00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It doesn't "think" like humans. It predicts useful responses based on patterns. It can make mistakes.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A3A"/>
                </a:solidFill>
                <a:latin typeface="Calibri"/>
              </a:defRPr>
            </a:pPr>
            <a:r>
              <a:t>Key takeaway: AI is a powerful tool, not magic. The better you communicate with it, the better results you 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Meet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Claude is an AI assistant made by Anthropic.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Helpful — designed to give accurate, useful answers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Harmless — built with safety guardrails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Honest — tells you when it's unsure or doesn't know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Versatile — writes code, explains concepts, creates content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Conversational — remembers context within a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39319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A3A"/>
                </a:solidFill>
                <a:latin typeface="Calibri"/>
              </a:defRPr>
            </a:pPr>
            <a:r>
              <a:t>Claude Model Family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33172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Fast &amp; affordable</a:t>
            </a:r>
            <a:br/>
            <a:r>
              <a:t>Great for quick tasks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383279"/>
            <a:ext cx="228600" cy="22860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Sonnet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61187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Balanced performance</a:t>
            </a:r>
            <a:br/>
            <a:r>
              <a:t>Ideal for most work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43484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Most capable</a:t>
            </a:r>
            <a:br/>
            <a:r>
              <a:t>Complex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Claude vs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7A3A"/>
                </a:solidFill>
                <a:latin typeface="Calibri"/>
              </a:defRPr>
            </a:pPr>
            <a:r>
              <a:t>Claude (Chatbot)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Chat on claude.ai or the app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Ask questions, get answers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Copy &amp; paste code manually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Great for learning &amp; research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Like texting a smart friend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Calibri"/>
              </a:defRPr>
            </a:pPr>
            <a:r>
              <a:t>Claude Code (Dev Tool)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Works in your terminal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Reads &amp; edits your files directly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Runs commands for you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Builds entire applications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Like a developer sitting next to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26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7A3A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7A3A"/>
                </a:solidFill>
                <a:latin typeface="Calibri"/>
              </a:defRPr>
            </a:pPr>
            <a:r>
              <a:t>Today we're learning Claude Code — the hands-on developer tool!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Can You Build with Claude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Even as a complete beginner, you can build real things today: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Websites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Personal portfolios,</a:t>
            </a:r>
            <a:br/>
            <a:r>
              <a:t>landing pages, blogs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Web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Dashboards, tools,</a:t>
            </a:r>
            <a:br/>
            <a:r>
              <a:t>interactive 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Backend services</a:t>
            </a:r>
            <a:br/>
            <a:r>
              <a:t>that power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Automations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Scripts that save</a:t>
            </a:r>
            <a:br/>
            <a:r>
              <a:t>you hours of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Games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Browser-based games</a:t>
            </a:r>
            <a:br/>
            <a:r>
              <a:t>with HTML5 &amp; 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7A3A"/>
                </a:solidFill>
                <a:latin typeface="Calibri"/>
              </a:defRPr>
            </a:pPr>
            <a:r>
              <a:t>AI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Chatbots, tutors,</a:t>
            </a:r>
            <a:br/>
            <a:r>
              <a:t>AI-powered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How Claude Code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The workflow is simple: You describe what you want. Claude Code does it.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2103120"/>
            <a:ext cx="640080" cy="64008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7A3A"/>
                </a:solidFill>
                <a:latin typeface="Calibri"/>
              </a:defRPr>
            </a:pPr>
            <a:r>
              <a:t>You 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Tell Claude Code what</a:t>
            </a:r>
            <a:br/>
            <a:r>
              <a:t>you want in plain English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21031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Claude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It generates code,</a:t>
            </a:r>
            <a:br/>
            <a:r>
              <a:t>creates or edits files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210312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  <a:latin typeface="Calibri"/>
              </a:defRPr>
            </a:pPr>
            <a:r>
              <a:t>You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Check the changes</a:t>
            </a:r>
            <a:br/>
            <a:r>
              <a:t>and approve them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21031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You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Ask for tweaks until</a:t>
            </a:r>
            <a:br/>
            <a:r>
              <a:t>it's exactly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389120"/>
            <a:ext cx="94183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A3A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463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You say: "Create a personal portfolio webpage with my name, an about section, and a contact form"</a:t>
            </a:r>
            <a:br/>
            <a:r>
              <a:t>Claude Code: Creates the complete HTML, CSS, and JavaScript file — ready to open in a browser!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Concepts to Remember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7A3A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The messages you send to Claude Code.</a:t>
            </a:r>
            <a:br/>
            <a:r>
              <a:t>Better prompts = better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00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Be specific: "Create an HTML page with a blue header" beats "make a website"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7A3A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Claude Code sees the files in your folder.</a:t>
            </a:r>
            <a:br/>
            <a:r>
              <a:t>It uses that context to give better answers.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Always work in the right project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7A3A"/>
                </a:solidFill>
                <a:latin typeface="Calibri"/>
              </a:defRPr>
            </a:pPr>
            <a:r>
              <a:t>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023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Claude Code asks before changing your files.</a:t>
            </a:r>
            <a:br/>
            <a:r>
              <a:t>You stay in control at all times.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Review changes before approving them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7A3A"/>
                </a:solidFill>
                <a:latin typeface="Calibri"/>
              </a:defRPr>
            </a:pPr>
            <a:r>
              <a:t>Slash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2578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Built-in shortcuts like /help, /clear, /compact.</a:t>
            </a:r>
            <a:br/>
            <a:r>
              <a:t>They help you manage your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3035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Use /compact when conversations get long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Today's Bootcamp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2.5 hours of hands-on learning with an AI tutor by your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 is AI &amp; Claude 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40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Setting Up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240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Your First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91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24612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Prompts &amp;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291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15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File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343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11480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315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Building a Web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343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534924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67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Git &amp;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3035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960" y="534924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367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Tips &amp; 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20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Let's Get Started!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03120" cy="381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Open your browser and go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7A3A"/>
                </a:solidFill>
                <a:latin typeface="Calibri"/>
              </a:defRPr>
            </a:pPr>
            <a:r>
              <a:t>emcidie.com/bootcamp/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Enter your name and start 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Your AI tutor is ready to help you every step of the 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