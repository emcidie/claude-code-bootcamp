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-457200"/>
            <a:ext cx="45720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5000" b="1">
                <a:solidFill>
                  <a:srgbClr val="7B00C4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JAPAN CMT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  <a:br/>
            <a:r>
              <a:t>to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AI That Works With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Claude Code Bootcamp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20-Minute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is 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AI is software that learned from billions of texts — books, websites, code —</a:t>
            </a:r>
            <a:br/>
            <a:r>
              <a:t>so it can understand your questions and generate helpful responses.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100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Think of it like...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A colleague who has read every programming textbook, every Stack Overflow answer, and every tutorial ever written — and can recall it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7744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100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What it can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Write code, explain concepts, debug errors, create and edit files, answer questions — all from plain English instructions.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37744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3774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100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What it cannot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4747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It doesn't "think" like humans. It predicts responses based on patterns. It can make mistakes and should always be reviewed.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Meet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Claude is an AI assistant built by Anthropic — designed to be helpful, harmless, and honest.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Designed to give accurate, useful 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Harmless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Built with safety guardrails and alignment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Honest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Tells you when it's unsure or doesn't know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4340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Versatile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Writes code, explains concepts, creates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54864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Conversational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Remembers context within a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1828800"/>
            <a:ext cx="4389120" cy="4206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0116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Claude Model Family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2743200"/>
            <a:ext cx="73152" cy="868680"/>
          </a:xfrm>
          <a:prstGeom prst="rect">
            <a:avLst/>
          </a:prstGeom>
          <a:solidFill>
            <a:srgbClr val="00B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Calibri"/>
              </a:defRPr>
            </a:pPr>
            <a:r>
              <a:t>Haiku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Fast &amp; affordable — great for quick tasks and high-volume use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79476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3794760"/>
            <a:ext cx="73152" cy="8686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Calibri"/>
              </a:defRPr>
            </a:pPr>
            <a:r>
              <a:t>Sonnet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160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Balanced performance — ideal for most development 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4846320"/>
            <a:ext cx="3840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4846320"/>
            <a:ext cx="73152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Calibri"/>
              </a:defRPr>
            </a:pPr>
            <a:r>
              <a:t>Opus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5212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Most capable — complex reasoning, architecture, and nuanced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Claude vs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00FF"/>
                </a:solidFill>
                <a:latin typeface="Calibri"/>
              </a:defRPr>
            </a:pPr>
            <a:r>
              <a:t>The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&gt;  Chat on claude.ai or the 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&gt;  Ask questions, get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&gt;  Copy &amp; paste code manually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&gt;  Great for learning &amp;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&gt;  Like texting a smart friend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Developer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&gt;  Works directly in your 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&gt;  Reads &amp; edits your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&gt;  Runs commands for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&gt;  Builds entire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937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&gt;  Like a developer next to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9260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100FF"/>
                </a:solidFill>
                <a:latin typeface="Calibri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Can You Build?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Even as a complete beginner, you can create real, working projects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3832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100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Websites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Personal portfolios, landing</a:t>
            </a:r>
            <a:br/>
            <a:r>
              <a:t>pages, and blogs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011680"/>
            <a:ext cx="3383280" cy="54864"/>
          </a:xfrm>
          <a:prstGeom prst="rect">
            <a:avLst/>
          </a:prstGeom>
          <a:solidFill>
            <a:srgbClr val="7B0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00C4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Web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Dashboards, tools, and</a:t>
            </a:r>
            <a:br/>
            <a:r>
              <a:t>interactive applications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38328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0C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Backend services that</a:t>
            </a:r>
            <a:br/>
            <a:r>
              <a:t>power applications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3383280" cy="54864"/>
          </a:xfrm>
          <a:prstGeom prst="rect">
            <a:avLst/>
          </a:prstGeom>
          <a:solidFill>
            <a:srgbClr val="00B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434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55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434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Automations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59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Scripts and tools that</a:t>
            </a:r>
            <a:br/>
            <a:r>
              <a:t>save hours of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42062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59" y="4206240"/>
            <a:ext cx="3383280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3434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822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199" y="4434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Games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4937759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Browser-based games</a:t>
            </a:r>
            <a:br/>
            <a:r>
              <a:t>with HTML5 &amp; JavaScript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20624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4206240"/>
            <a:ext cx="3383280" cy="54864"/>
          </a:xfrm>
          <a:prstGeom prst="rect">
            <a:avLst/>
          </a:prstGeom>
          <a:solidFill>
            <a:srgbClr val="E0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3434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77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434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AI Apps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937759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Chatbots, tutors, and</a:t>
            </a:r>
            <a:br/>
            <a:r>
              <a:t>AI-powered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How Claude Code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A simple four-step workflow: describe, generate, review, refine.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560320" cy="6400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Describe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256032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Tell Claude Code what</a:t>
            </a:r>
            <a:br/>
            <a:r>
              <a:t>you want 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100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011680"/>
            <a:ext cx="2560320" cy="6400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651760"/>
            <a:ext cx="256032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Claude writes the code</a:t>
            </a:r>
            <a:br/>
            <a:r>
              <a:t>and creates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100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011680"/>
            <a:ext cx="2560320" cy="6400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51760"/>
            <a:ext cx="256032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Check the proposed</a:t>
            </a:r>
            <a:br/>
            <a:r>
              <a:t>changes and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100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011680"/>
            <a:ext cx="2560320" cy="6400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Refine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651760"/>
            <a:ext cx="256032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Ask for adjustments</a:t>
            </a:r>
            <a:br/>
            <a:r>
              <a:t>until it's perfect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389120"/>
            <a:ext cx="73152" cy="1645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100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Calibri"/>
              </a:defRPr>
            </a:pPr>
            <a:r>
              <a:t>You say: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212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"Create a personal portfolio webpage with my name, an about section, and a contact form"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577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100FF"/>
                </a:solidFill>
                <a:latin typeface="Calibri"/>
              </a:defRPr>
            </a:pPr>
            <a:r>
              <a:t>Claude Code creates the complete HTML, CSS, and JavaScript — ready to open in your browser.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0515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The messages you send to Claude Code. Better prompts = better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508760"/>
            <a:ext cx="54864" cy="731520"/>
          </a:xfrm>
          <a:prstGeom prst="rect">
            <a:avLst/>
          </a:prstGeom>
          <a:solidFill>
            <a:srgbClr val="00B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463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Be specific: "Create an HTML page with a blue header" beats "make a website"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10698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73152" cy="10515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Claude Code sees the files in your current folder and uses them for better answers.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54864" cy="731520"/>
          </a:xfrm>
          <a:prstGeom prst="rect">
            <a:avLst/>
          </a:prstGeom>
          <a:solidFill>
            <a:srgbClr val="00B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697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Always start Claude Code in the right project folder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10698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73152" cy="10515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Permissions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Claude Code asks before changing any of your files. You stay in control.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3977640"/>
            <a:ext cx="54864" cy="731520"/>
          </a:xfrm>
          <a:prstGeom prst="rect">
            <a:avLst/>
          </a:prstGeom>
          <a:solidFill>
            <a:srgbClr val="00B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931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Always review changes before approving them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74920"/>
            <a:ext cx="10698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074920"/>
            <a:ext cx="73152" cy="10515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66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Calibri"/>
              </a:defRPr>
            </a:pPr>
            <a:r>
              <a:t>Slash Commands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Built-in shortcuts: /help, /clear, /compact to manage your session.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5212080"/>
            <a:ext cx="54864" cy="731520"/>
          </a:xfrm>
          <a:prstGeom prst="rect">
            <a:avLst/>
          </a:prstGeom>
          <a:solidFill>
            <a:srgbClr val="00B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5166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Use /compact when conversations get long to free up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Today's Bootcamp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2.5 hours of hands-on learning with an AI tutor guiding you every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3035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4864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100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is AI &amp; Claude Code?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1762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920240"/>
            <a:ext cx="54864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100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Setting Up 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1762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53035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17520"/>
            <a:ext cx="54864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100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Your First Conversation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3273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01752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017520"/>
            <a:ext cx="54864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100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Prompts &amp;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3273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53035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114800"/>
            <a:ext cx="54864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100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File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43708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20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11480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114800"/>
            <a:ext cx="54864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100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Building a Web Page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3708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25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12079"/>
            <a:ext cx="53035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212079"/>
            <a:ext cx="54864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100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440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Git &amp; GitHub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59" y="5468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20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212079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5212079"/>
            <a:ext cx="54864" cy="8686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100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440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Tips &amp; Next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5468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20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5687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Duration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6875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 hours 30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-914400"/>
            <a:ext cx="4572000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0000" b="1">
                <a:solidFill>
                  <a:srgbClr val="7B00C4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get started.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Open your browser and navigate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7490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100FF"/>
                </a:solidFill>
                <a:latin typeface="Calibri"/>
              </a:defRPr>
            </a:pPr>
            <a:r>
              <a:t>emcidie.com/bootcamp/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&gt;  Enter your name to begin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&gt;  Your AI tutor will guide you through each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&gt;  Ask questions anytime — no question is too basic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